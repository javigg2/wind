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5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625E1-8CF1-4C51-A072-AAB649C8C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213EF0-C550-49FA-A00C-898A7172F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21D849-A1DB-4598-B5BA-F9E297476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ECC580-0C96-442D-BB7D-CB484720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71C920-5563-442F-A9A4-33BB0456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3538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2D219-6D14-493B-A3DB-70DF7D65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2FD46-EEDC-43BC-B318-76A54D721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51EC9F-46AD-4E86-A595-47DB959C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6F7164-1C90-4FC5-A345-25F333E7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A23BCA-9707-492A-9472-F778ACAC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9101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D61B5-6351-4A8C-B0E7-F20E96B8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29AD26-F32D-430A-B5F9-21DC8EBC9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67D2EE-8818-4A5D-97FA-BD77A083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ADEFE5-FE24-484D-880E-C7D0A06B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95C88C-5DFF-4E35-BB3E-78AF4343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8748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9B599-1536-47A3-B978-5770099C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166672-30BB-4FDA-B54A-8DD3F36EC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37554E-C824-4FAA-9FD4-37CD50E70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961DC4-0907-40B6-AB65-F2BD52A50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CBF802-33CE-4667-9B20-0368CCDC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229C53-BFFB-4A80-B988-C1228395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525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D4EB7-23FF-452A-9F84-61A34A21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36172A-51A3-4443-908A-F4322D9A6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364824-AAFE-4717-82AF-E79B1062F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BB1627-C518-4EB3-9EAE-2179EC929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CD3C2E-B9F2-4C1A-8A57-A21A0729B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466807-2168-46BA-915F-EDF7AE60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88DC02-AA66-40F1-8761-26DE1492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519475-5031-4E74-B11A-F8ECD20E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2907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3954C-7477-4F24-A881-5AD4A9FC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602EB54-A5FE-4C1C-8E91-552E1FAD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B82B7E-EEDA-450C-BA4E-0C54850D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E888E9-9054-4869-A141-6B228B3A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0735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A07820-5210-4DC7-85F7-3BD23323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49DDFF-7A4E-4801-B32F-864A309D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792345-3EF7-4AE0-AF3A-C7543F17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780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2B023-65A8-4222-8224-A986730C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860A0F-5595-4FAA-A273-C7835A02D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DA784E-E17D-4E10-98F7-8379484E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380004-1500-453E-BACC-74393AAF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BB046A-5E73-48AC-8F68-A0550EDA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4E3267-41F9-4FD3-BC2A-F29146E5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994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6F954-22D2-40D2-AA7A-C11E537D6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02A8A2-6BAA-44F3-B485-94A784E2D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78D278-9894-4D17-AAC9-19CD9253C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EF7D29-C9D4-40EF-81C5-3DB9AC24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B1F648-3B5A-46A2-B897-9D61EC85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0730D8-1695-469B-BEF7-CD81C69D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007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5702F-253B-4DD2-B869-460B6EE4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A70922-5DD1-4C53-A00F-E4860211D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C9B1AD-E3B0-4657-A3C0-6B7C2F73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E78824-C172-4E21-B4C3-74CD93FC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950D4-D6E6-4596-8396-C5E1930D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1519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EC1469-4D19-4A8E-B88F-B0D3FC9EB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A66A20-6120-464D-B71C-3CE5A75D0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E2BD7-E005-4B1A-8521-8AD1E698E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2F49-18B9-4C78-A859-F2B6313DF69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3BA0D2-F74F-409C-B645-689691AB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7A3E62-0A24-418A-BE09-4B7ED75D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5F2-19A5-44FD-B184-A4267DE524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6577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660EB7-77BF-4145-A945-A7139A73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2FD4C3-6C30-40C3-A55E-675942704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60924F-31BD-4897-BD4B-BD3F5BA68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F2F49-18B9-4C78-A859-F2B6313DF69C}" type="datetimeFigureOut">
              <a:rPr lang="es-ES" smtClean="0"/>
              <a:t>06/02/2026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F11671-E4A1-455A-A8DA-F9C3E3D85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D9EF94-94C7-4169-BE1B-587895AEC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5A5F2-19A5-44FD-B184-A4267DE524C4}" type="slidenum">
              <a:rPr lang="es-419" smtClean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516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651489A6-853C-48F6-9A5A-CA2F1AB79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67987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368839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980647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35176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endParaRPr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85349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73378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5905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98919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38835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61519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25091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29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55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JavierG2</dc:creator>
  <cp:lastModifiedBy>JavierG2</cp:lastModifiedBy>
  <cp:revision>1</cp:revision>
  <dcterms:created xsi:type="dcterms:W3CDTF">2026-02-06T11:43:43Z</dcterms:created>
  <dcterms:modified xsi:type="dcterms:W3CDTF">2026-02-06T11:46:52Z</dcterms:modified>
</cp:coreProperties>
</file>